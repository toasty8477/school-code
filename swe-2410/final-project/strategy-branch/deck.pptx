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61" d="100"/>
          <a:sy n="61" d="100"/>
        </p:scale>
        <p:origin x="5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C6F6-AB43-E240-08A5-A5D0D2514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7AFFE-89CB-597B-15DC-9C83AEE1E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EF202-EEDA-00BE-3EAB-9711DA65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A8E58-C5C9-C851-DDCF-30485F95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18ECD-6A5E-ED04-4F94-1DBA5B11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6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A229-51D0-F5D0-E03E-73C11BB9C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F999D-7121-6302-ACFF-8DC21C401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81476-9843-7B8A-23DD-3EB7001B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03000-B7FE-30AE-5703-C4EEB27B8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4F51A-7A01-87B4-88F9-2897C57B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6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E291-219A-5AAE-48DF-E6E08F00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56B24-1665-333E-B926-C301DA7DF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402BD-F4A8-9DC6-D784-5DEF4049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ACAA3-1E4A-7D72-C5CC-B87CD806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41019-F4F3-980A-22E2-FE8CD7D8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0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0DAA-25CE-A38E-BD2F-B8F858C63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C0E04-4795-D504-DB9D-FFBF25F1C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4A818-4465-DEA9-FBBD-CBDE2F7D8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B4552-5AA0-BB8D-0286-3A6EC378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13312-B436-3700-DE57-3489B8BB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2B31B-849F-6DE8-2C80-5A38F08C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7951-A65E-0179-C89D-4C09EEE1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22051-EF98-0D20-3038-551DF3593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0BA4B-E180-3807-3982-30839EE25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DDE46-3B60-FEBC-2938-B3F158107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66819C-D074-4FFC-83FB-08C1BE261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56450-14A2-5857-DC91-73D7DA0AE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B31FCD-AB7B-DCE0-3CA1-476165EC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7476B-16CB-38AB-D231-BEC688DE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0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20E7-FA53-F941-39D6-470AB825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48B73-D738-DB21-9145-23C5CEDA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AF7DE-DD26-37CB-F081-C164756E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FEF42-786D-A971-8593-15579BD9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33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A7D152-72BF-4F51-EDDC-4181B280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27783-AA77-DCFD-F9F2-96BCAAA72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F7B08-2C00-336D-3392-4B9DAA4F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14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07CF-60EC-C772-5C84-77E4ACEF5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963E-B9C0-44C4-3208-7B6C4E134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6AA07-281A-DE2E-62F6-CC35CC2EF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92B4A-2382-A262-2774-3CC0F9EEB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FF38D-4579-F891-7313-A09E3151E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4137-8E5D-71DD-76B8-10CC8278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0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7B0ED-37AA-DF67-CF36-ED9E032E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3BC549-C061-AB87-15EF-DAF4422F2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92AC3-512D-1CCD-F7C4-4FE419438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C69F0-1168-AFCF-A7A4-90170F31A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E9F59-EA68-1237-9551-41273F36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37218-415A-664C-6701-57F9F729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8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6A01-7511-0C38-2AA2-6A3913EC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EB2CE-87E3-0442-9297-6A559AB99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F482B-5028-ED9E-FD88-DD60D1729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32C0B-7D83-396E-288A-E53B433B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926FD-DBAA-353C-4B39-38083AAA7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6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07B69D-839C-BF9F-D8D3-F9E3E529A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371DB-F12B-C908-88F2-E7C473D62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E55C8-DECD-0C5D-5A65-E67B85F3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9811C-677F-A793-C52E-1D410DDE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8B435-8185-9D88-D57B-DFA92CA31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4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7CFE0-3087-C0E4-BCA2-85A3C3632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B310A-8079-A7CB-FFED-3729B922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4DAE5-CC72-DFF5-44DF-6903BBB1E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E2D85-21CB-4D66-AF19-B4B142E6F0D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3D0C7-5CAA-7F09-21C2-54CC69DB6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C1579-2A4E-A39D-04DB-B8310560B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DF21C-2201-4D8A-88C6-0097F7F1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46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3BB4-A632-3034-1806-0AFC938E8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Inter" panose="02000503000000020004" pitchFamily="2" charset="0"/>
                <a:ea typeface="Inter" panose="02000503000000020004" pitchFamily="2" charset="0"/>
              </a:rPr>
              <a:t>Simulating Long-Ass Trains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24021-D3DD-41DB-B052-0A0E63C7BD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Flyweight Pattern</a:t>
            </a:r>
          </a:p>
        </p:txBody>
      </p:sp>
    </p:spTree>
    <p:extLst>
      <p:ext uri="{BB962C8B-B14F-4D97-AF65-F5344CB8AC3E}">
        <p14:creationId xmlns:p14="http://schemas.microsoft.com/office/powerpoint/2010/main" val="3561872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</vt:lpstr>
      <vt:lpstr>Office Theme</vt:lpstr>
      <vt:lpstr>Simulating Long-Ass Trains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Dinan, Noah</dc:creator>
  <cp:lastModifiedBy>Dinan, Noah</cp:lastModifiedBy>
  <cp:revision>2</cp:revision>
  <dcterms:created xsi:type="dcterms:W3CDTF">2026-04-26T19:22:34Z</dcterms:created>
  <dcterms:modified xsi:type="dcterms:W3CDTF">2026-04-26T19:24:21Z</dcterms:modified>
</cp:coreProperties>
</file>